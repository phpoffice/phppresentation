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A883-6BF2-D885-C6D1-195674FB8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D6C4D-F50E-EC47-3122-62CAA1F7C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9B3D8-1671-5EA9-71D0-4485368A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01802-5C99-EF76-EC78-23CA75C2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FC7A7-14D6-8F82-E11A-FBC4619FE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4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5CD10-D879-F962-6364-59E73DA4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48BE1-BD2C-2636-277F-3499349AF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445D9-D574-7DB8-B8BF-58C6865D3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5FCDA-C9A6-C30F-DEF7-608BF34C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D7E40-7C0C-0A7F-E0E1-DA8FEA091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9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D20D-AEA4-EBEA-F90C-F9638D61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F5358-48A6-92C4-FAD8-805E5C447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7FB43-472E-325F-D8ED-DC7810E9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79F98-C2B2-681C-B2B0-1407C35A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2AB19-4049-F39F-376A-273EB88B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5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E82D5-645F-6986-B0F0-5053CD43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275DD-BE73-192F-6F2A-2E32971B5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A9888-8D71-682F-203D-EAD7DFFAF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F62F-DECC-8112-BC64-5D140E054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63069-769C-0A3A-820D-1EEA74D1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952C4-6F28-6061-8608-A471A2AF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71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85AF-391B-C7ED-DE34-CBA71349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63B66-050D-F37A-FAC5-FDE21AC44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A0F5E-AE03-EDE2-5F24-0F0E225B7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1985A-2FFD-71A9-7A7A-FAECCCCEA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46238-F4D7-19BE-C9CE-E1FD26192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814B76-D04D-EDC8-099F-01796DFE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A447EA-4CB6-869E-11A6-F3B85B89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CBC046-A72C-3345-BD40-68E05FBA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18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0252-971B-C0D3-C932-7D348560E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3C51A6-4F2D-AAD5-3A78-0A045A69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D33BA-C2A3-F011-23D8-5E7852EDF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53C76-E13B-488D-6B06-C90F7ACB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5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C61F6-6387-4CAE-842B-2D4CB4D6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BD9135-8D29-A314-648E-5CB5DD65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89086-E8F7-69FB-DAE7-D931ED04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91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72C5-35B7-8F9B-E39A-D4EC7717A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EC3BA-14F4-BA1F-0C18-A586B5714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4F6AB-A3B9-AFB9-0EAB-76D22A4A6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B0AE1-4824-AC32-28BB-8B11B3C8C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68DC2-E7BF-97A7-459F-A09B98B5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FC786-8BFA-BB95-B0B0-DDCE9302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3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1FBC-1F64-6F24-3A84-3FBDA1931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4DD599-228D-A9FF-0CF4-E0B814E81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DA949-A64C-B179-61BD-ECEEBFAC7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25353-BBC9-FB60-15F2-53E2115C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0F822-A907-CD8E-512D-E78239AFE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81130-A95E-9DF4-E1BC-5FF8232B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1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FABE3-4323-D0FB-9561-D4F82881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4AA82-AE22-BAC1-6855-A90CA0D98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2546E-F7E6-3497-7229-11E46555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5C7B0-EBB0-7A90-1C8A-42A63009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283E7-BAF8-B487-4455-43C60FCC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3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EA83AD-BBA8-A657-3577-7D825857D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49448-1D00-E3B2-379A-EE39EC08F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0D266-D91F-7A99-1507-8EE23A88C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B164E-9F9E-F8D2-0021-20A739B6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4F771-2A48-2855-6E36-1F22A781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60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F39A5-9934-82D9-4635-EAD32F7BE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DD107-A904-B718-F5DF-ADD5472FB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73FC5-FF34-CC0C-B0D9-39B332D29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E958FA-750C-1042-82FD-6399BAE35F1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51007-A167-E436-4D07-78F417FBF1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C994D-71B8-F1DE-C06E-F6C1378A5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06DCD-A50B-E842-AD97-E4C3AFBE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3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10F4A2B-903C-CC80-57ED-C899DE1698BE}"/>
              </a:ext>
            </a:extLst>
          </p:cNvPr>
          <p:cNvGrpSpPr/>
          <p:nvPr/>
        </p:nvGrpSpPr>
        <p:grpSpPr>
          <a:xfrm>
            <a:off x="2286000" y="520995"/>
            <a:ext cx="8091377" cy="4901609"/>
            <a:chOff x="2286000" y="520995"/>
            <a:chExt cx="8091377" cy="490160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DFAF6EC-EEF8-EB09-BE45-EF66EFE09FA4}"/>
                </a:ext>
              </a:extLst>
            </p:cNvPr>
            <p:cNvGrpSpPr/>
            <p:nvPr/>
          </p:nvGrpSpPr>
          <p:grpSpPr>
            <a:xfrm>
              <a:off x="2286000" y="1892595"/>
              <a:ext cx="8091377" cy="3530009"/>
              <a:chOff x="4986670" y="1903228"/>
              <a:chExt cx="1020725" cy="194575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A82EE2E-D8AE-6B5B-4E93-F1D71BB36F89}"/>
                  </a:ext>
                </a:extLst>
              </p:cNvPr>
              <p:cNvSpPr/>
              <p:nvPr/>
            </p:nvSpPr>
            <p:spPr>
              <a:xfrm>
                <a:off x="4986670" y="1903228"/>
                <a:ext cx="914400" cy="58479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32B6859B-2762-C2B0-D2A5-2177D9A8B3B5}"/>
                  </a:ext>
                </a:extLst>
              </p:cNvPr>
              <p:cNvSpPr/>
              <p:nvPr/>
            </p:nvSpPr>
            <p:spPr>
              <a:xfrm>
                <a:off x="5231219" y="3189767"/>
                <a:ext cx="776176" cy="65921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E1E4891E-0BBE-54C4-EFEE-4BBFE0436B34}"/>
                </a:ext>
              </a:extLst>
            </p:cNvPr>
            <p:cNvSpPr/>
            <p:nvPr/>
          </p:nvSpPr>
          <p:spPr>
            <a:xfrm>
              <a:off x="2402958" y="520995"/>
              <a:ext cx="1275907" cy="574158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6974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PHPOffice</dc:creator>
  <cp:lastModifiedBy>PHPPresentation Team</cp:lastModifiedBy>
  <cp:revision>2</cp:revision>
  <dcterms:created xsi:type="dcterms:W3CDTF">2026-08-27T09:13:08Z</dcterms:created>
  <dcterms:modified xsi:type="dcterms:W3CDTF">2026-08-27T09:24:29Z</dcterms:modified>
</cp:coreProperties>
</file>