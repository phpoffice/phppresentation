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svg" ContentType="image/svg+xml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680365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6477000" cy="4191000"/>
          <a:chOff x="476250" y="476250"/>
          <a:chExt cx="6477000" cy="4191000"/>
        </a:xfrm>
      </p:grpSpPr>
      <p:sp>
        <p:nvSpPr>
          <p:cNvPr id="2" name="" descr=""/>
          <p:cNvSpPr txBox="1"/>
          <p:nvPr/>
        </p:nvSpPr>
        <p:spPr>
          <a:xfrm>
            <a:off x="476250" y="476250"/>
            <a:ext cx="1905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Free]]></a:t>
            </a:r>
          </a:p>
        </p:txBody>
      </p:sp>
      <p:grpSp>
        <p:nvGrpSpPr>
          <p:cNvPr name="Group 3" id="4" descr=""/>
          <p:cNvGrpSpPr/>
          <p:nvPr/>
        </p:nvGrpSpPr>
        <p:grpSpPr>
          <a:xfrm rot="1800000">
            <a:off x="4762500" y="952500"/>
            <a:ext cx="7239000" cy="6477000"/>
            <a:chOff x="2857500" y="952500"/>
            <a:chExt cx="3619500" cy="3238500"/>
          </a:xfrm>
        </p:grpSpPr>
        <p:sp>
          <p:nvSpPr>
            <p:cNvPr id="5" name="" descr=""/>
            <p:cNvSpPr txBox="1"/>
            <p:nvPr/>
          </p:nvSpPr>
          <p:spPr>
            <a:xfrm>
              <a:off x="2857500" y="952500"/>
              <a:ext cx="1714500" cy="571500"/>
            </a:xfrm>
            <a:prstGeom prst="rect">
              <a:avLst/>
            </a:prstGeom>
            <a:noFill/>
          </p:spPr>
          <p:txBody>
            <a:bodyPr anchorCtr="0" rtlCol="0" vert="horz" bIns="45720" lIns="91440" rIns="91440" tIns="45720">
              <a:spAutoFit/>
            </a:bodyPr>
            <a:lstStyle/>
            <a:p>
              <a:pPr algn="l" rtl="0" fontAlgn="base" marL="0" marR="0" indent="0" lv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trike="noStrike" sz="1000" spc="0" u="none" cap="none">
                  <a:solidFill>
                    <a:srgbClr val="000000">
                      <a:alpha val="100000"/>
                    </a:srgbClr>
                  </a:solidFill>
                  <a:latin typeface="Calibri"/>
                </a:rPr>
                <a:t><![CDATA[G0]]></a:t>
              </a:r>
            </a:p>
          </p:txBody>
        </p:sp>
        <p:sp>
          <p:nvSpPr>
            <p:cNvPr id="6" name="" descr=""/>
            <p:cNvSpPr txBox="1"/>
            <p:nvPr/>
          </p:nvSpPr>
          <p:spPr>
            <a:xfrm>
              <a:off x="4762500" y="2476500"/>
              <a:ext cx="1714500" cy="571500"/>
            </a:xfrm>
            <a:prstGeom prst="rect">
              <a:avLst/>
            </a:prstGeom>
            <a:noFill/>
          </p:spPr>
          <p:txBody>
            <a:bodyPr anchorCtr="0" rtlCol="0" vert="horz" bIns="45720" lIns="91440" rIns="91440" tIns="45720">
              <a:spAutoFit/>
            </a:bodyPr>
            <a:lstStyle/>
            <a:p>
              <a:pPr algn="l" rtl="0" fontAlgn="base" marL="0" marR="0" indent="0" lv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trike="noStrike" sz="1000" spc="0" u="none" cap="none">
                  <a:solidFill>
                    <a:srgbClr val="000000">
                      <a:alpha val="100000"/>
                    </a:srgbClr>
                  </a:solidFill>
                  <a:latin typeface="Calibri"/>
                </a:rPr>
                <a:t><![CDATA[G1]]></a:t>
              </a:r>
            </a:p>
          </p:txBody>
        </p:sp>
        <p:grpSp>
          <p:nvGrpSpPr>
            <p:cNvPr name="Group 7" id="8" descr=""/>
            <p:cNvGrpSpPr/>
            <p:nvPr/>
          </p:nvGrpSpPr>
          <p:grpSpPr>
            <a:xfrm>
              <a:off x="3810000" y="3810000"/>
              <a:ext cx="952500" cy="381000"/>
              <a:chOff x="3810000" y="3810000"/>
              <a:chExt cx="952500" cy="381000"/>
            </a:xfrm>
          </p:grpSpPr>
          <p:sp>
            <p:nvSpPr>
              <p:cNvPr id="9" name="" descr=""/>
              <p:cNvSpPr txBox="1"/>
              <p:nvPr/>
            </p:nvSpPr>
            <p:spPr>
              <a:xfrm>
                <a:off x="3810000" y="3810000"/>
                <a:ext cx="952500" cy="381000"/>
              </a:xfrm>
              <a:prstGeom prst="rect">
                <a:avLst/>
              </a:prstGeom>
              <a:noFill/>
            </p:spPr>
            <p:txBody>
              <a:bodyPr anchorCtr="0" rtlCol="0" vert="horz" bIns="45720" lIns="91440" rIns="91440" tIns="45720">
                <a:spAutoFit/>
              </a:bodyPr>
              <a:lstStyle/>
              <a:p>
                <a:pPr algn="l" rtl="0" fontAlgn="base" marL="0" marR="0" indent="0" lv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trike="noStrike" sz="1000" spc="0" u="none" cap="none">
                    <a:solidFill>
                      <a:srgbClr val="000000">
                        <a:alpha val="100000"/>
                      </a:srgbClr>
                    </a:solidFill>
                    <a:latin typeface="Calibri"/>
                  </a:rPr>
                  <a:t><![CDATA[N0]]>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heme56">
  <a:themeElements>
    <a:clrScheme name="Theme5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Unknown Creator</cp:lastModifiedBy>
  <dcterms:created xsi:type="dcterms:W3CDTF">2026-08-26T23:36:26Z</dcterms:created>
  <dcterms:modified xsi:type="dcterms:W3CDTF">2026-08-26T23:36:26Z</dcterms:modified>
  <dc:title>Group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